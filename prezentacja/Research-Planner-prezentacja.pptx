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Dzień dobry. Nazywam się Jarosław Abramek, w projekcie Research Planner pełniłem rolę analityka. Przedstawię obie części projektu: analizę wymagań oraz prototyp aplikacji, a na koniec pokażę działającą aplikację i jej kod źródłowy.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Projekt miał dwie części. W pierwszej, od października 2025 do stycznia 2026, powstała analiza: Karta projektu, Analiza wymagań i diagramy UML. W drugiej, od marca do czerwca 2026, w zmienionym składzie zbudowano prototyp w Unity. Przez cały projekt pełniłem rolę analityka.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zespoły badawcze korzystają z Excela, e-maila i komunikatorów. Brakuje jednego miejsca na zadania, harmonogram, budżet i raporty — to prowadzi do opóźnień i braku przejrzystości. Celem był jeden centralny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analizie zidentyfikowaliśmy pięć ról. Opiekun nadzoruje i akceptuje raporty. Kierownik planuje strukturę prac, harmonogram i budżet. Lider deleguje zadania i kontroluje postępy. Członek zespołu realizuje zadania. Księgowa obsługuje finanse. Każda rola została opisana osobno pod kątem wymagań.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Zdefiniowaliśmy ponad 20 wymagań funkcjonalnych pogrupowanych według ról oraz 9 niefunkcjonalnych: m.in. czas reakcji poniżej sekundy, szyfrowanie TLS, zgodność z RODO, standard WCAG i dostępność 24/7. Wszystko jest w dokumencie AnalizaWymagan.md.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Wymagania przełożyliśmy na przypadki użycia ze scenariuszami głównymi i alternatywnymi. Na slajdzie diagram dla Opiekuna — widać relacje include. Analogiczne diagramy są dla Kierownika i Lidera. Uczciwie: dla Księgowej i Członka zespołu mamy wymagania, ale bez pełnych diagramów — to luka do uzupełnienia.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Karcie projektu zaplanowaliśmy aplikację webową: React, Spring Boot, PostgreSQL. W drugiej części zespół zbudował prototyp w Unity. Skrypty PHP w repozytorium pochodzą z gotowego pakietu ASUPro, używają API usuniętego w PHP 7 i nie są podłączone — nie przedstawiam ich jako działającego backendu.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 to tablica etapów i zadań. Działa dodawanie etapów, tworzenie i edycja zadań, przypisanie osoby i przeciąganie zadań między etapami. Za chwilę pokażę to na żywo.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Jako analityk zmapowałem wymagania na prototyp. Działa zarządzanie strukturą prac, delegowanie i reorganizacja zadań. Częściowo: termin jest tylko w modelu danych, logowanie tylko w kodzie, zespół to jeden użytkownik demo. Brakuje zapisu danych oraz modułów budżetu, raportów, Gantta i ról.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Teraz przełączam się na aplikację. Uruchamiam ResearchPlanner.exe — startuje od razu na tablicy zadań. Dodaję dwa etapy, tworzę zadanie z krótkim tytułem, przypisuję Janusza, zapisuję dyskietką i przeciągam zadanie na drugi etap. Używać krótkich tytułów — długie nachodzą na nazwisko na karcie.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 jest w repozytorium w folderze ZarzProj/Assets. TaskBar tworzy etapy i karty, TaskCell to model zadania, TaskConfigurator obsługuje edytor, Dragme przeciąganie. Na slajdzie fragment Dragme: po puszczeniu karta przyczepia się do najbliższego paska i przyjmuje jego kolor. W razie pytań otwieram pliki w edytorze kodu.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Raport zamknięcia wskazuje przyczyny organizacyjne: problemy z komunikacją, odejście części zespołu i opóźnienia. Próby wprowadzenia sprintów — wiadomości z 29 marca i 22 kwietnia — zostały bez odpowiedzi. Wniosek analityka: dobra specyfikacja nie wystarczy bez stabilnej komunikacji i regularnych spotkań.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Podsumowując: w części pierwszej powstała pełna analiza — role, wymagania, przypadki użycia. W części drugiej prototyp interfejsu, który można pobrać jako exe razem z kodem. Kolejny krok: uzupełnić UML, zbudować bazę i API, a potem moduły według priorytetów. Dziękuję, chętnie odpowiem na pytania.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ZAAWANSOWANY PROJEKT ZESPOŁOWY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Planner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zarządzania projektami badawczymi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Jarosław Abramek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analityk projektu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Wyższa Szkoła Administracji i Przedsiębiorczości w Lublinie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Prowadzący: mgr Wojciech Moniuszko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września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82296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wymagania · UML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201168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1228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542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· C#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3200400"/>
            <a:ext cx="2286000" cy="960120"/>
          </a:xfrm>
          <a:prstGeom prst="roundRect">
            <a:avLst>
              <a:gd name="adj" fmla="val 11429"/>
            </a:avLst>
          </a:prstGeom>
          <a:solidFill>
            <a:srgbClr val="9FD3C7"/>
          </a:solidFill>
          <a:ln w="12700">
            <a:solidFill>
              <a:srgbClr val="9FD3C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Wnioski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zamknięcia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 w dwóch częściach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I · paź 2025 – sty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727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 i projekt systemu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Piotr Kotarski — kierownik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Jarosław Abramek — analityk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Michał Budzyński — programista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749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Karta projektu · Analiza wymagań · diagramy UML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II · mar – cze 2026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5727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 w Unity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1031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Janusz Lejtan — kierownik zespołu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Jarosław Abramek — analityk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 Matuszewski — programista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Piotr Kotarski — dokumentalista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37490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66360" y="3749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UI · Raport zamknięcia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Skład części II według Raportu zamknięcia projektu (19.06.2026)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 cel projektu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Dziś zespoły badawcze pracują w rozproszonych narzędziach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Arkusze Excel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zadania i budżet w osobnych plikach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640080" cy="640080"/>
          </a:xfrm>
          <a:prstGeom prst="ellipse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7203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terminy i ustalenia giną w wiadomościach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6347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Komunikatory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jednego obrazu stanu projektu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029200" y="10972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12403C"/>
          </a:solidFill>
          <a:ln w="12700">
            <a:solidFill>
              <a:srgbClr val="1240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349240" y="1371600"/>
            <a:ext cx="640080" cy="6400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260" y="15316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4924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</a:t>
            </a:r>
            <a:endParaRPr lang="en-US" sz="2200" dirty="0"/>
          </a:p>
        </p:txBody>
      </p:sp>
      <p:sp>
        <p:nvSpPr>
          <p:cNvPr id="20" name="Text 14"/>
          <p:cNvSpPr txBox="1"/>
          <p:nvPr/>
        </p:nvSpPr>
        <p:spPr>
          <a:xfrm>
            <a:off x="5349240" y="26060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system do planowania, realizacji, monitorowania i rozliczania projektów badawczych — niezależnie od ich charakteru.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Źródło: KartaProjektu.md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Pięć ról użytkowników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17904" cy="3200400"/>
          </a:xfrm>
          <a:prstGeom prst="roundRect">
            <a:avLst>
              <a:gd name="adj" fmla="val 6024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1463040"/>
            <a:ext cx="731520" cy="731520"/>
          </a:xfrm>
          <a:prstGeom prst="ellipse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37744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Opiekun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30175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nadzór, akceptacja raportów i kamieni milowych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48840" y="1188720"/>
            <a:ext cx="1517904" cy="3200400"/>
          </a:xfrm>
          <a:prstGeom prst="roundRect">
            <a:avLst>
              <a:gd name="adj" fmla="val 6024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42032" y="1463040"/>
            <a:ext cx="731520" cy="731520"/>
          </a:xfrm>
          <a:prstGeom prst="ellipse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16459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40280" y="237744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Kierownik projektu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258568" y="30175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prac, harmonogram, budżet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840480" y="1188720"/>
            <a:ext cx="1517904" cy="3200400"/>
          </a:xfrm>
          <a:prstGeom prst="roundRect">
            <a:avLst>
              <a:gd name="adj" fmla="val 6024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33672" y="1463040"/>
            <a:ext cx="731520" cy="731520"/>
          </a:xfrm>
          <a:prstGeom prst="ellipse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6459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31920" y="237744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Lider zespołu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950208" y="30175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formowanie zespołów, delegowanie, kontrola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532120" y="1188720"/>
            <a:ext cx="1517904" cy="3200400"/>
          </a:xfrm>
          <a:prstGeom prst="roundRect">
            <a:avLst>
              <a:gd name="adj" fmla="val 6024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25312" y="1463040"/>
            <a:ext cx="731520" cy="731520"/>
          </a:xfrm>
          <a:prstGeom prst="ellipse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6459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237744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Członek zespołu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641848" y="30175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realizacja zadań, raportowanie postępów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223760" y="1188720"/>
            <a:ext cx="1517904" cy="3200400"/>
          </a:xfrm>
          <a:prstGeom prst="roundRect">
            <a:avLst>
              <a:gd name="adj" fmla="val 6024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16952" y="1463040"/>
            <a:ext cx="731520" cy="731520"/>
          </a:xfrm>
          <a:prstGeom prst="ellipse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16459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15200" y="237744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Księgowa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333488" y="30175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budżet, faktury, płatności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Źródło: AnalizaWymagan.md — rozdział 1. Interesariusze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Wymagania systemu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12403C"/>
          </a:solidFill>
          <a:ln w="12700">
            <a:solidFill>
              <a:srgbClr val="1240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wymagań funkcjonalnych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pogrupowanych według ról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017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31089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wymagań niefunkcjonalnych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jakość, bezpieczeństwo, prawo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wymagania niefunkcjonalne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438912" cy="438912"/>
          </a:xfrm>
          <a:prstGeom prst="ellipse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1755648"/>
            <a:ext cx="219456" cy="2194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349240" y="164592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reakcji poniżej 1 sekundy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54880" y="2231136"/>
            <a:ext cx="438912" cy="438912"/>
          </a:xfrm>
          <a:prstGeom prst="ellipse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34086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223113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Szyfrowanie transmisji TLS/SSL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754880" y="2816352"/>
            <a:ext cx="438912" cy="438912"/>
          </a:xfrm>
          <a:prstGeom prst="ellipse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92608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49240" y="281635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Zgodność z RODO i prawem finansowym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754880" y="3401568"/>
            <a:ext cx="438912" cy="438912"/>
          </a:xfrm>
          <a:prstGeom prst="ellipse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511296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49240" y="34015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Interfejs zgodny z WCAG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754880" y="3986784"/>
            <a:ext cx="438912" cy="438912"/>
          </a:xfrm>
          <a:prstGeom prst="ellipse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409651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49240" y="398678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Dostępność 24/7 i skalowalność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Źródło: AnalizaWymagan.md (Karta projektu podawała ogólniej czas odpowiedzi ≤ 3 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Przypadki użycia i diagramy UML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4773355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C:/Users/konra/projects/res-planning/diagramy/aktor-opiek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681915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04875" y="1097280"/>
            <a:ext cx="457200" cy="457200"/>
          </a:xfrm>
          <a:prstGeom prst="ellipse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175" y="12115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99235" y="1078992"/>
            <a:ext cx="2587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 z pełnymi scenariuszami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099235" y="1536192"/>
            <a:ext cx="25875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Opiekun, Kierownik projektu, Lider zespołu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504875" y="2286000"/>
            <a:ext cx="457200" cy="457200"/>
          </a:xfrm>
          <a:prstGeom prst="ellipse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175" y="240030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99235" y="2267712"/>
            <a:ext cx="2587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główne i alternatywne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099235" y="2724912"/>
            <a:ext cx="25875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 brak uprawnień, brak danych, błędna data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504875" y="347472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175" y="358902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099235" y="3456432"/>
            <a:ext cx="2587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do uzupełnienia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6099235" y="3913632"/>
            <a:ext cx="25875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Księgowa i Członek zespołu — wymagania bez pełnych diagramów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slajdzie: diagram Opiekuna (diagramy/aktor-opiekun.png) · pozostałe: image-6.png (Kierownik), image-7.png (Lider)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Architektura: plan a prototyp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Warstwa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(Karta projektu)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 (repozytorium)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TypeScript, CSS3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2022.3 — C#, uGUI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Java, Spring Boot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Przykładowe skrypty PHP z pakietu ASUPro — niepodłączone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Baza danych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Schemat MySQL — tylko tabela użytkowników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Przeglądarka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Aplikacja Windows (.exe)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posłużyło do szybkiego prototypu interfejsu. Docelowa architektura webowa z Karty projektu pozostaje aktualna.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 — co działa</a:t>
            </a:r>
            <a:endParaRPr lang="en-US" sz="3000" dirty="0"/>
          </a:p>
        </p:txBody>
      </p:sp>
      <p:pic>
        <p:nvPicPr>
          <p:cNvPr id="3" name="Image 0" descr="board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59754" cy="28346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936994" y="109728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006" y="1193292"/>
            <a:ext cx="192024" cy="19202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39914" y="1051560"/>
            <a:ext cx="2246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Etapy projektu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439914" y="1371600"/>
            <a:ext cx="2246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 BAR + nazwa etapu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936994" y="196596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006" y="2061972"/>
            <a:ext cx="192024" cy="1920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39914" y="1920240"/>
            <a:ext cx="2246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Zadania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6439914" y="2240280"/>
            <a:ext cx="2246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TASK · tytuł, treść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936994" y="283464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006" y="2930652"/>
            <a:ext cx="192024" cy="19202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439914" y="2788920"/>
            <a:ext cx="2246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Przypisanie osoby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6439914" y="3108960"/>
            <a:ext cx="2246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Person → Janusz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936994" y="370332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006" y="3799332"/>
            <a:ext cx="192024" cy="19202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439914" y="3657600"/>
            <a:ext cx="2246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6439914" y="3977640"/>
            <a:ext cx="2246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przenoszenie między etapami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Zrzut z działającej aplikacji ResearchPlanner.exe (v1.1) — etapy „Analiza” i „Realizacja”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Wymagania a prototyp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Wymaganie z analizy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Realizacja w prototypie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Zarządzanie strukturą prac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Nazwane etapy + karty zadań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Działa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Delegowanie zadań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Przypisanie osoby do zadania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Działa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Reorganizacja prac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&amp; drop między etapami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Działa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Planowanie czasowe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Pole terminu w modelu, brak w edytorze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Częściowo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Logowanie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 w ASUPro_Core.cs, aplikacja startuje bez niego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Częściowo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Formowanie zespołów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Jeden użytkownik 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Częściowo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Zapis danych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Dane tylko w pamięci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Budżet, raporty, Gantt, 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pokrywa głównie obszar Kierownika projektu i Lidera zespołu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4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Demonstracja na żywo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Uruchomienie ResearchPlanner.exe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47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 BAR ×2 + nazwy etapów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054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TASK → klik w kartę → tytuł i treść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638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Assign Person → Janusz → zapis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221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Przeciągnięcie zadania na drugi etap</a:t>
            </a:r>
            <a:endParaRPr lang="en-US" sz="1500" dirty="0"/>
          </a:p>
        </p:txBody>
      </p:sp>
      <p:pic>
        <p:nvPicPr>
          <p:cNvPr id="18" name="Image 0" descr="editor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71600"/>
            <a:ext cx="4114800" cy="226056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9" name="Text 16"/>
          <p:cNvSpPr txBox="1"/>
          <p:nvPr/>
        </p:nvSpPr>
        <p:spPr>
          <a:xfrm>
            <a:off x="4572000" y="3723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Edytor zadania: tytuł, treść, przypisana osoba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Pobranie: github.com/yomen519/res-planning → Releases → v1.1-prezentacja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 źródłowy — kluczowe klasy C#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70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TaskBar.cs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projektu, tworzy karty zadań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039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TaskCell.cs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350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zadania: treść, termin, osoba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83464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907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TaskConfigurator.cs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edytor: wczytanie i zapis zadania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70332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862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776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Dragme.cs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" y="4087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przeciąganie kart między etapami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480560" y="109728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1E2B2A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66344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Dragme.cs — fragment (skrócony)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663440" y="1508760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OnEndDrag()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isDragging = false;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BF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przyczep kartę do najbliższego paska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transform.SetParent(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GetClosestObject().cont);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BF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karta przyjmuje kolor etapu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(TaskCell c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FindObjectsOfType&lt;TaskCell&gt;())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c.UpdateColor();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github.com/yomen519/res-planning → ZarzProj/Assets/Scripts · kod z komentarzami (commit „Added comments”, kwiecień 2026)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Część II — przebieg i wnioski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zakończono przed wdrożeniem — z przyczyn organizacyjnych, nie technicznych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66928" cy="566928"/>
          </a:xfrm>
          <a:prstGeom prst="ellipse">
            <a:avLst/>
          </a:prstGeom>
          <a:solidFill>
            <a:srgbClr val="F6E3DF"/>
          </a:solidFill>
          <a:ln w="12700">
            <a:solidFill>
              <a:srgbClr val="F6E3D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174193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Komunikacja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928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nieregularny kontakt, brak odpowiedzi na wiadomości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566928" cy="566928"/>
          </a:xfrm>
          <a:prstGeom prst="ellipse">
            <a:avLst/>
          </a:prstGeom>
          <a:solidFill>
            <a:srgbClr val="F6E3DF"/>
          </a:solidFill>
          <a:ln w="12700">
            <a:solidFill>
              <a:srgbClr val="F6E3D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" y="270205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560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Skład zespołu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8529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odejście części osób w trakcie prac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520440"/>
            <a:ext cx="566928" cy="566928"/>
          </a:xfrm>
          <a:prstGeom prst="ellipse">
            <a:avLst/>
          </a:prstGeom>
          <a:solidFill>
            <a:srgbClr val="F6E3DF"/>
          </a:solidFill>
          <a:ln w="12700">
            <a:solidFill>
              <a:srgbClr val="F6E3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366217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20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Organizacja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813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opóźnienia, utrata ciągłości prac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63440" y="160020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89204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Lekcje na przyszłość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219456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Jasne zasady komunikacji w zespole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Regularne spotkania: Planning, Daily, Retro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Dokumentowanie postępów w repozytorium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awaryjny na odejście kluczowych osób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Źródło: Raport zamknięcia projektu (19.06.2026)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4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Podsumowanie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B524D"/>
          </a:solidFill>
          <a:ln w="12700">
            <a:solidFill>
              <a:srgbClr val="1B52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4516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ról interesariuszy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wymagań funkcjonalnych, 9 niefunkcjonalnych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przypadki użycia i UML dla 3 ról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3552" y="114300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B524D"/>
          </a:solidFill>
          <a:ln w="12700">
            <a:solidFill>
              <a:srgbClr val="1B52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02152" y="1325880"/>
            <a:ext cx="502920" cy="5029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882" y="14516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42232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02152" y="20116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tablica etapów i zadań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delegowanie, drag &amp; drop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.exe + kod na GitHubie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89904" y="114300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B524D"/>
          </a:solidFill>
          <a:ln w="12700">
            <a:solidFill>
              <a:srgbClr val="1B524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18504" y="1325880"/>
            <a:ext cx="502920" cy="502920"/>
          </a:xfrm>
          <a:prstGeom prst="ellipse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34" y="14516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58584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Dalej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18504" y="20116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dla Księgowej i Członka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danych i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moduły według priorytetów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Dziękuję za uwagę — pytania?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github.com/yomen519/res-planning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Planner — prezentacja projektu</dc:title>
  <dc:subject>PptxGenJS Presentation</dc:subject>
  <dc:creator>Jarosław Abramek</dc:creator>
  <cp:lastModifiedBy>Jarosław Abramek</cp:lastModifiedBy>
  <cp:revision>1</cp:revision>
  <dcterms:created xsi:type="dcterms:W3CDTF">2026-09-22T17:19:05Z</dcterms:created>
  <dcterms:modified xsi:type="dcterms:W3CDTF">2026-09-22T17:19:05Z</dcterms:modified>
</cp:coreProperties>
</file>